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E1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869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E65-041B-428F-8BEC-905E615AFA22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605B-EC0E-4143-98C1-CA6CB1281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1939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E65-041B-428F-8BEC-905E615AFA22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605B-EC0E-4143-98C1-CA6CB1281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30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E65-041B-428F-8BEC-905E615AFA22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605B-EC0E-4143-98C1-CA6CB1281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543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E65-041B-428F-8BEC-905E615AFA22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605B-EC0E-4143-98C1-CA6CB1281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156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E65-041B-428F-8BEC-905E615AFA22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605B-EC0E-4143-98C1-CA6CB1281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482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E65-041B-428F-8BEC-905E615AFA22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605B-EC0E-4143-98C1-CA6CB1281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824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E65-041B-428F-8BEC-905E615AFA22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605B-EC0E-4143-98C1-CA6CB1281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87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E65-041B-428F-8BEC-905E615AFA22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605B-EC0E-4143-98C1-CA6CB1281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7751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E65-041B-428F-8BEC-905E615AFA22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605B-EC0E-4143-98C1-CA6CB1281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269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E65-041B-428F-8BEC-905E615AFA22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605B-EC0E-4143-98C1-CA6CB1281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0732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E65-041B-428F-8BEC-905E615AFA22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605B-EC0E-4143-98C1-CA6CB1281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597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EAE65-041B-428F-8BEC-905E615AFA22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E605B-EC0E-4143-98C1-CA6CB1281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121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2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71054" y="1237600"/>
            <a:ext cx="7462982" cy="1136218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solidFill>
                  <a:schemeClr val="accent2">
                    <a:lumMod val="75000"/>
                  </a:schemeClr>
                </a:solidFill>
                <a:latin typeface="AMGDT" panose="02000400000000000000" pitchFamily="2" charset="0"/>
              </a:rPr>
              <a:t>TIMED DRAWING</a:t>
            </a:r>
            <a:endParaRPr lang="ru-RU" sz="6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405091" y="1"/>
            <a:ext cx="397164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9143998" y="-1"/>
            <a:ext cx="3048001" cy="6858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0" y="2927927"/>
            <a:ext cx="12150436" cy="387927"/>
          </a:xfrm>
          <a:prstGeom prst="rect">
            <a:avLst/>
          </a:prstGeom>
          <a:solidFill>
            <a:srgbClr val="FFF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" y="2927927"/>
            <a:ext cx="8405089" cy="3879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8802255" y="2927927"/>
            <a:ext cx="341743" cy="3879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471054" y="3869963"/>
            <a:ext cx="332494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План:</a:t>
            </a:r>
          </a:p>
          <a:p>
            <a:pPr marL="285750" indent="-285750">
              <a:buFontTx/>
              <a:buChar char="-"/>
            </a:pPr>
            <a:r>
              <a:rPr lang="ru-RU" sz="2400" dirty="0" smtClean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Краткое описание сайта</a:t>
            </a:r>
          </a:p>
          <a:p>
            <a:pPr marL="285750" indent="-285750">
              <a:buFontTx/>
              <a:buChar char="-"/>
            </a:pPr>
            <a:r>
              <a:rPr lang="ru-RU" sz="2400" dirty="0" smtClean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Функционал </a:t>
            </a:r>
          </a:p>
          <a:p>
            <a:pPr marL="285750" indent="-285750">
              <a:buFontTx/>
              <a:buChar char="-"/>
            </a:pPr>
            <a:r>
              <a:rPr lang="ru-RU" sz="2400" dirty="0" smtClean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Код</a:t>
            </a:r>
          </a:p>
          <a:p>
            <a:endParaRPr lang="ru-RU" sz="2400" dirty="0">
              <a:solidFill>
                <a:schemeClr val="accent2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109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640291" y="0"/>
            <a:ext cx="212436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1148290" y="0"/>
            <a:ext cx="1043709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03200" y="157018"/>
            <a:ext cx="538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КРАТКОЕ ОПИСАНИЕ</a:t>
            </a:r>
            <a:endParaRPr lang="ru-RU" sz="4400" dirty="0">
              <a:solidFill>
                <a:schemeClr val="accent2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926459"/>
            <a:ext cx="12192000" cy="98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0640291" y="926459"/>
            <a:ext cx="212436" cy="98777"/>
          </a:xfrm>
          <a:prstGeom prst="rect">
            <a:avLst/>
          </a:prstGeom>
          <a:solidFill>
            <a:srgbClr val="FFF7E1"/>
          </a:solidFill>
          <a:ln>
            <a:solidFill>
              <a:srgbClr val="FFF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1148289" y="926459"/>
            <a:ext cx="1043710" cy="98777"/>
          </a:xfrm>
          <a:prstGeom prst="rect">
            <a:avLst/>
          </a:prstGeom>
          <a:solidFill>
            <a:srgbClr val="FFF7E1"/>
          </a:solidFill>
          <a:ln>
            <a:solidFill>
              <a:srgbClr val="FFF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240146" y="1345086"/>
            <a:ext cx="1016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Сайт создан для тренировки в рисовании на скорость. После запуска программы в окне для изображений высвечивается случайная картинка, которую пользователь должен перерисовать в течении заданного времени (45 или 35 секунд).</a:t>
            </a:r>
            <a:endParaRPr lang="ru-RU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 b="49355"/>
          <a:stretch/>
        </p:blipFill>
        <p:spPr>
          <a:xfrm>
            <a:off x="522429" y="3076368"/>
            <a:ext cx="4705354" cy="291296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2"/>
          <a:srcRect t="49154"/>
          <a:stretch/>
        </p:blipFill>
        <p:spPr>
          <a:xfrm>
            <a:off x="5467928" y="3076368"/>
            <a:ext cx="4685270" cy="291203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3594519" y="2680599"/>
            <a:ext cx="31002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исходной картинки и рисунка</a:t>
            </a:r>
            <a:endParaRPr lang="ru-RU" sz="14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277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Прямоугольник 68"/>
          <p:cNvSpPr/>
          <p:nvPr/>
        </p:nvSpPr>
        <p:spPr>
          <a:xfrm>
            <a:off x="-32261" y="-18210"/>
            <a:ext cx="12224261" cy="6876210"/>
          </a:xfrm>
          <a:prstGeom prst="rect">
            <a:avLst/>
          </a:prstGeom>
          <a:solidFill>
            <a:srgbClr val="FFF7E1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263193" y="-18210"/>
            <a:ext cx="212436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-45093" y="-18210"/>
            <a:ext cx="1043709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455889" y="0"/>
            <a:ext cx="538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400" dirty="0" smtClean="0">
                <a:solidFill>
                  <a:srgbClr val="ED7D31">
                    <a:lumMod val="75000"/>
                  </a:srgbClr>
                </a:solidFill>
                <a:latin typeface="Arial Narrow" panose="020B0606020202030204" pitchFamily="34" charset="0"/>
              </a:rPr>
              <a:t>ФУНКЦИОНАЛ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-16131" y="756329"/>
            <a:ext cx="12192000" cy="98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263193" y="740273"/>
            <a:ext cx="212436" cy="130889"/>
          </a:xfrm>
          <a:prstGeom prst="rect">
            <a:avLst/>
          </a:prstGeom>
          <a:solidFill>
            <a:srgbClr val="FFF7E1"/>
          </a:solidFill>
          <a:ln>
            <a:solidFill>
              <a:srgbClr val="FFF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-45093" y="740273"/>
            <a:ext cx="1056541" cy="122861"/>
          </a:xfrm>
          <a:prstGeom prst="rect">
            <a:avLst/>
          </a:prstGeom>
          <a:solidFill>
            <a:srgbClr val="FFF7E1"/>
          </a:solidFill>
          <a:ln>
            <a:solidFill>
              <a:srgbClr val="FFF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52760" y="1277728"/>
            <a:ext cx="101045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 начала работы, с помощью кнопки время можно изменить время рисования с </a:t>
            </a:r>
            <a:r>
              <a:rPr lang="ru-RU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dirty="0" smtClean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5-ти секунд на 45 и наоборот. Запуск программы начинается по нажатию кнопки старт. </a:t>
            </a:r>
            <a:endParaRPr lang="ru-RU" dirty="0">
              <a:solidFill>
                <a:srgbClr val="ED7D31">
                  <a:lumMod val="75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 smtClean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После</a:t>
            </a:r>
            <a:r>
              <a:rPr kumimoji="0" lang="ru-RU" b="0" i="0" u="none" strike="noStrike" kern="1200" cap="none" spc="0" normalizeH="0" noProof="0" dirty="0" smtClean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начала обратного отсчета, функционал графического редактора становится доступен, а в окне выше появится случайное изображение (с задержкой из-за того, что источником является </a:t>
            </a:r>
            <a:r>
              <a:rPr kumimoji="0" lang="en-US" b="0" i="0" u="none" strike="noStrike" kern="1200" cap="none" spc="0" normalizeH="0" noProof="0" dirty="0" err="1" smtClean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Unsplash</a:t>
            </a:r>
            <a:r>
              <a:rPr lang="ru-RU" dirty="0" smtClean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Работа редактора похожа на упрощенный функционал </a:t>
            </a:r>
            <a:r>
              <a:rPr lang="en-US" dirty="0" smtClean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Paint</a:t>
            </a:r>
            <a:r>
              <a:rPr lang="ru-RU" dirty="0" smtClean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8" name="Группа 67"/>
          <p:cNvGrpSpPr/>
          <p:nvPr/>
        </p:nvGrpSpPr>
        <p:grpSpPr>
          <a:xfrm>
            <a:off x="6949805" y="3325217"/>
            <a:ext cx="5142371" cy="2954433"/>
            <a:chOff x="6096000" y="3084364"/>
            <a:chExt cx="5321519" cy="3130062"/>
          </a:xfrm>
        </p:grpSpPr>
        <p:pic>
          <p:nvPicPr>
            <p:cNvPr id="14" name="Рисунок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3084364"/>
              <a:ext cx="5030224" cy="3130062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7738196" y="5647890"/>
              <a:ext cx="1169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 smtClean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Выбор цвета</a:t>
              </a:r>
              <a:endParaRPr lang="ru-RU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Прямая соединительная линия 31"/>
            <p:cNvCxnSpPr/>
            <p:nvPr/>
          </p:nvCxnSpPr>
          <p:spPr>
            <a:xfrm>
              <a:off x="10198751" y="3746008"/>
              <a:ext cx="98322" cy="1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/>
            <p:cNvCxnSpPr/>
            <p:nvPr/>
          </p:nvCxnSpPr>
          <p:spPr>
            <a:xfrm flipV="1">
              <a:off x="7636243" y="5340772"/>
              <a:ext cx="389703" cy="10558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/>
            <p:cNvCxnSpPr/>
            <p:nvPr/>
          </p:nvCxnSpPr>
          <p:spPr>
            <a:xfrm>
              <a:off x="7636243" y="5647890"/>
              <a:ext cx="146158" cy="123568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7992311" y="5186225"/>
              <a:ext cx="21337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 smtClean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Регулировка размера кисти</a:t>
              </a:r>
              <a:endParaRPr lang="ru-RU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247912" y="3583429"/>
              <a:ext cx="11696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 smtClean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Окно для рисования</a:t>
              </a:r>
              <a:endParaRPr lang="ru-RU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Прямая соединительная линия 42"/>
            <p:cNvCxnSpPr/>
            <p:nvPr/>
          </p:nvCxnSpPr>
          <p:spPr>
            <a:xfrm>
              <a:off x="7190970" y="3301269"/>
              <a:ext cx="235612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7426582" y="3145728"/>
              <a:ext cx="20334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 smtClean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Полная очистка холста</a:t>
              </a:r>
              <a:endParaRPr lang="ru-RU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6" name="Группа 65"/>
          <p:cNvGrpSpPr/>
          <p:nvPr/>
        </p:nvGrpSpPr>
        <p:grpSpPr>
          <a:xfrm>
            <a:off x="1814520" y="3325217"/>
            <a:ext cx="4974987" cy="2980616"/>
            <a:chOff x="315574" y="3142264"/>
            <a:chExt cx="5039270" cy="3130062"/>
          </a:xfrm>
        </p:grpSpPr>
        <p:pic>
          <p:nvPicPr>
            <p:cNvPr id="13" name="Рисунок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5574" y="3142264"/>
              <a:ext cx="5039270" cy="3130062"/>
            </a:xfrm>
            <a:prstGeom prst="rect">
              <a:avLst/>
            </a:prstGeom>
          </p:spPr>
        </p:pic>
        <p:cxnSp>
          <p:nvCxnSpPr>
            <p:cNvPr id="50" name="Прямая соединительная линия 49"/>
            <p:cNvCxnSpPr/>
            <p:nvPr/>
          </p:nvCxnSpPr>
          <p:spPr>
            <a:xfrm>
              <a:off x="3001251" y="3834003"/>
              <a:ext cx="201954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Прямая соединительная линия 55"/>
            <p:cNvCxnSpPr/>
            <p:nvPr/>
          </p:nvCxnSpPr>
          <p:spPr>
            <a:xfrm>
              <a:off x="3203205" y="4064836"/>
              <a:ext cx="179514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единительная линия 57"/>
            <p:cNvCxnSpPr/>
            <p:nvPr/>
          </p:nvCxnSpPr>
          <p:spPr>
            <a:xfrm>
              <a:off x="1986809" y="4064836"/>
              <a:ext cx="179514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/>
            <p:cNvCxnSpPr/>
            <p:nvPr/>
          </p:nvCxnSpPr>
          <p:spPr>
            <a:xfrm>
              <a:off x="4566390" y="4992736"/>
              <a:ext cx="173904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3054578" y="3934031"/>
              <a:ext cx="228358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100" dirty="0" smtClean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Изменение заданного времени</a:t>
              </a:r>
              <a:endParaRPr lang="ru-RU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191853" y="3692418"/>
              <a:ext cx="20334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 smtClean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Таймер</a:t>
              </a:r>
              <a:endParaRPr lang="ru-RU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47894" y="3918642"/>
              <a:ext cx="20334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 smtClean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Запуск программы</a:t>
              </a:r>
              <a:endParaRPr lang="ru-RU" sz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707295" y="4770908"/>
              <a:ext cx="647549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 smtClean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Окно с </a:t>
              </a:r>
              <a:r>
                <a:rPr lang="ru-RU" sz="1100" dirty="0" err="1" smtClean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изобра-жением</a:t>
              </a:r>
              <a:endParaRPr lang="ru-RU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5160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E1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0" y="776426"/>
            <a:ext cx="12192000" cy="98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6337" y="0"/>
            <a:ext cx="538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400" dirty="0" smtClean="0">
                <a:solidFill>
                  <a:srgbClr val="ED7D31">
                    <a:lumMod val="75000"/>
                  </a:srgbClr>
                </a:solidFill>
                <a:latin typeface="Arial Narrow" panose="020B0606020202030204" pitchFamily="34" charset="0"/>
              </a:rPr>
              <a:t>КОД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875203"/>
            <a:ext cx="12192000" cy="598279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b="30251"/>
          <a:stretch/>
        </p:blipFill>
        <p:spPr>
          <a:xfrm>
            <a:off x="135853" y="1107539"/>
            <a:ext cx="5089289" cy="551812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3"/>
          <a:srcRect b="22426"/>
          <a:stretch/>
        </p:blipFill>
        <p:spPr>
          <a:xfrm>
            <a:off x="5225142" y="973980"/>
            <a:ext cx="5249008" cy="516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564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256"/>
            <a:ext cx="6159640" cy="636260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013" y="340996"/>
            <a:ext cx="6785987" cy="651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805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26" y="100249"/>
            <a:ext cx="4864982" cy="650960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865" y="100249"/>
            <a:ext cx="3258005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821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62" y="261495"/>
            <a:ext cx="3010320" cy="633500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682" y="189569"/>
            <a:ext cx="3410426" cy="666843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4"/>
          <a:srcRect b="24357"/>
          <a:stretch/>
        </p:blipFill>
        <p:spPr>
          <a:xfrm>
            <a:off x="4590840" y="104248"/>
            <a:ext cx="3010320" cy="627645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180" y="-957"/>
            <a:ext cx="2781688" cy="685895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5075" y="47250"/>
            <a:ext cx="2684992" cy="676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948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8" y="89165"/>
            <a:ext cx="2886478" cy="169568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143" y="172755"/>
            <a:ext cx="5191850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93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84" y="101696"/>
            <a:ext cx="6649378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9190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137</Words>
  <Application>Microsoft Office PowerPoint</Application>
  <PresentationFormat>Широкоэкранный</PresentationFormat>
  <Paragraphs>20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AMGDT</vt:lpstr>
      <vt:lpstr>Arial</vt:lpstr>
      <vt:lpstr>Arial Narrow</vt:lpstr>
      <vt:lpstr>Calibri</vt:lpstr>
      <vt:lpstr>Calibri Light</vt:lpstr>
      <vt:lpstr>Times New Roman</vt:lpstr>
      <vt:lpstr>Тема Office</vt:lpstr>
      <vt:lpstr>TIMED DRAWING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TIMED DRAWING</dc:title>
  <dc:creator>User</dc:creator>
  <cp:lastModifiedBy>User</cp:lastModifiedBy>
  <cp:revision>12</cp:revision>
  <dcterms:created xsi:type="dcterms:W3CDTF">2025-05-17T18:19:44Z</dcterms:created>
  <dcterms:modified xsi:type="dcterms:W3CDTF">2025-05-18T11:29:10Z</dcterms:modified>
</cp:coreProperties>
</file>